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Sprint2 PPTX protected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teaching-resource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