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Sprint2 PPTX synthetic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Teaching resource conversion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